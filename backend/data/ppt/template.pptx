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BA1"/>
    <a:srgbClr val="007AB2"/>
    <a:srgbClr val="FFFFFF"/>
    <a:srgbClr val="0078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BBFE8-96A6-2117-14FF-2F668D4E5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458243-6A44-BE29-8EBA-33ADC2BC6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C8684-572F-247E-1456-3D1825D76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6290-7608-4BBA-A1DB-61FFA0ACC88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0741B-239C-2904-3A27-C223E792C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06F1C-5F16-D0B3-ACE2-68F2619E2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D030-050E-40AD-B781-1B53E3BA2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02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818B2-52A7-B380-7660-131213E03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60468-FCE9-D556-38D5-815E309A0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095DC-A606-D928-BDB4-D664F819B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6290-7608-4BBA-A1DB-61FFA0ACC88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EBB61-48CD-B2B3-26CE-09EAF691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328C5-5C3F-E1C2-1878-5DE23898E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D030-050E-40AD-B781-1B53E3BA2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029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06426-7A22-8AFC-338C-D6843B214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BA0BF-870C-9068-001F-553985E6C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93839-BC58-20AE-20FC-35591744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6290-7608-4BBA-A1DB-61FFA0ACC88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012AB-CBF7-4EAA-CC60-F08267C96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5E773-5E4E-7CD2-6F57-E7F107BD1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D030-050E-40AD-B781-1B53E3BA2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398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7BFE8-5D43-C7A4-FC50-3AA141455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BB087-95D9-B59B-0C3D-CFFED6B01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EBCF7-7DE8-3A62-EC47-55576E341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BC061-304E-459B-CAFE-C7C28F2FA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6290-7608-4BBA-A1DB-61FFA0ACC88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108E7-E540-2DE6-CE9A-78D238263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C4D36-173F-6C76-0EA0-9A29113F4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D030-050E-40AD-B781-1B53E3BA2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24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9158D-C553-0325-DBA3-1683B65EF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"/>
            <a:ext cx="10515600" cy="5924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9B7F2-49AC-9672-F39D-B1992DCE9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14" y="724839"/>
            <a:ext cx="5943601" cy="82391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71433C-9A94-65AB-2179-9CED95190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9474" y="724839"/>
            <a:ext cx="5943600" cy="82391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A0C54A-1A9E-BFC6-E6C6-09472E0E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6290-7608-4BBA-A1DB-61FFA0ACC88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0560F2-A476-325A-483F-EFF6A8209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2F811-DD42-B43A-19CF-D883FEA66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D030-050E-40AD-B781-1B53E3BA221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8BF4BB5-767B-32E4-3173-74EA25D56A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787" y="1548364"/>
            <a:ext cx="5943601" cy="4755599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F033305-35B5-2590-4B67-D404D059AA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9474" y="1548507"/>
            <a:ext cx="5944264" cy="475490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433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8C502-E980-5835-DBB4-9C9963D5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37A3D6-5573-22E0-173F-2FAF2745C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6290-7608-4BBA-A1DB-61FFA0ACC88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761918-60E9-4676-6C06-D9EC8004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0E42B-7915-745B-04C0-FA6F2697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D030-050E-40AD-B781-1B53E3BA2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99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95610-EE39-127F-B666-A71029E87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6290-7608-4BBA-A1DB-61FFA0ACC88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800776-624E-4452-4C43-2F4932798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9EF11-5A8B-6FD9-F057-8B426B57E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D030-050E-40AD-B781-1B53E3BA2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7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1C76D-3A0C-CFD6-3492-78FB1BBA9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E8084-51C1-1EA3-EE05-D8D42DDD3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F8716-D149-CB26-5121-2C2A86EC0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0DEBFD-8524-F566-9F1E-9D1FE73C5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6290-7608-4BBA-A1DB-61FFA0ACC88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A1346-DF97-DCEA-3B6B-F81E0F15C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EB5F3-8606-F28F-E2BC-1D6C01DA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D030-050E-40AD-B781-1B53E3BA2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27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8C2DA-00B7-A25E-B058-F98B616AF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7CB81C-2A22-2107-1D28-216450F48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3F218-6BAD-C6FE-7F58-4E66878A5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82972-6B8F-2885-9836-D9BF81F80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6290-7608-4BBA-A1DB-61FFA0ACC88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37793-1187-5B29-EF3D-8AD68C80B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5A267-A4F2-A008-C61C-06D01524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D030-050E-40AD-B781-1B53E3BA2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9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8E50A-4E15-F4D4-8962-4DBCF747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175CC-4215-FFA0-61A8-C9E5222C5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0CC13-09AE-E740-8778-924FDBE9D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6290-7608-4BBA-A1DB-61FFA0ACC88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6F100-B9A2-34FB-D2E6-13E9FCDCC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40E5A-C83A-043C-B872-88C2B0F3B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D030-050E-40AD-B781-1B53E3BA2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77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E76BA6-385F-89F5-6611-14282EB414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6EF1F-B41A-0B4F-C513-24D2FA763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22B28-B23C-9E84-6AEF-3DF8166D0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6290-7608-4BBA-A1DB-61FFA0ACC88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B3BDF-BE8B-F983-A9A4-7B09EC023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B1777-F199-D292-DD97-B2A27D73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D030-050E-40AD-B781-1B53E3BA2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39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9158D-C553-0325-DBA3-1683B65EF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"/>
            <a:ext cx="10515600" cy="5924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9B7F2-49AC-9672-F39D-B1992DCE9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14" y="724839"/>
            <a:ext cx="5943601" cy="82391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71433C-9A94-65AB-2179-9CED95190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9474" y="724839"/>
            <a:ext cx="5943600" cy="82391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A0C54A-1A9E-BFC6-E6C6-09472E0E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6290-7608-4BBA-A1DB-61FFA0ACC88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0560F2-A476-325A-483F-EFF6A8209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2F811-DD42-B43A-19CF-D883FEA66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D030-050E-40AD-B781-1B53E3BA2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222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77CF4D-B639-4E68-4029-B6FE5738E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78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248A3-FB98-0CFB-75FF-A41B13A60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5A8F6-15F9-289E-0066-8715899295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D6290-7608-4BBA-A1DB-61FFA0ACC88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A3ECE-B9A4-C841-5BC0-28736072C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B04F6-1719-4F8D-5A59-8826D8B7A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1D030-050E-40AD-B781-1B53E3BA221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文本框 3">
            <a:extLst>
              <a:ext uri="{FF2B5EF4-FFF2-40B4-BE49-F238E27FC236}">
                <a16:creationId xmlns:a16="http://schemas.microsoft.com/office/drawing/2014/main" id="{C59291DC-7F02-770A-6933-EA42D4903B8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396" y="478175"/>
            <a:ext cx="827803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kumimoji="1" lang="zh-CN" altLang="en-US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西部超导</a:t>
            </a:r>
          </a:p>
        </p:txBody>
      </p:sp>
      <p:pic>
        <p:nvPicPr>
          <p:cNvPr id="12" name="图片 10">
            <a:extLst>
              <a:ext uri="{FF2B5EF4-FFF2-40B4-BE49-F238E27FC236}">
                <a16:creationId xmlns:a16="http://schemas.microsoft.com/office/drawing/2014/main" id="{203019B4-4FB1-B90F-EB76-7B1C9D1E9F6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4" y="61563"/>
            <a:ext cx="7175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E11F116-914E-C7A2-EB20-B2CF199C7FFC}"/>
              </a:ext>
            </a:extLst>
          </p:cNvPr>
          <p:cNvSpPr/>
          <p:nvPr userDrawn="1"/>
        </p:nvSpPr>
        <p:spPr>
          <a:xfrm>
            <a:off x="838199" y="578839"/>
            <a:ext cx="10515600" cy="45719"/>
          </a:xfrm>
          <a:prstGeom prst="rect">
            <a:avLst/>
          </a:prstGeom>
          <a:gradFill flip="none" rotWithShape="1">
            <a:gsLst>
              <a:gs pos="0">
                <a:srgbClr val="006BA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23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Times New Roman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Troshin Aleksandr</dc:creator>
  <cp:lastModifiedBy>Troshin Aleksandr</cp:lastModifiedBy>
  <cp:revision>6</cp:revision>
  <dcterms:created xsi:type="dcterms:W3CDTF">2022-09-21T08:20:26Z</dcterms:created>
  <dcterms:modified xsi:type="dcterms:W3CDTF">2022-09-23T09:02:23Z</dcterms:modified>
</cp:coreProperties>
</file>